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11e4090-9bcc-b6ab-3232-e9be92cd8fa7}">
          <p14:sldIdLst>
            <p14:sldId id="256"/>
            <p14:sldId id="257"/>
          </p14:sldIdLst>
        </p14:section>
        <p14:section name="Data" id="{ee2b3239-a6e9-0cb4-2bac-ec39582fe2f1}">
          <p14:sldIdLst>
            <p14:sldId id="258"/>
            <p14:sldId id="259"/>
          </p14:sldIdLst>
        </p14:section>
        <p14:section name="Models" id="{8bd857bd-0b49-7473-a309-c0a68fe733f9}">
          <p14:sldIdLst>
            <p14:sldId id="260"/>
            <p14:sldId id="261"/>
          </p14:sldIdLst>
        </p14:section>
        <p14:section name="Results" id="{0d7c2fd5-44d8-6c59-4863-6d55a62b0af4}">
          <p14:sldIdLst>
            <p14:sldId id="262"/>
            <p14:sldId id="263"/>
          </p14:sldIdLst>
        </p14:section>
        <p14:section name="Error analysis" id="{5fe099d0-d7ff-9b1b-4e38-658ceb5c6a37}">
          <p14:sldIdLst>
            <p14:sldId id="264"/>
            <p14:sldId id="265"/>
            <p14:sldId id="266"/>
            <p14:sldId id="267"/>
          </p14:sldIdLst>
        </p14:section>
        <p14:section name="Discussion" id="{044dc203-95fd-41b4-1dd9-5720614dc0f1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2606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2606D"/>
                </a:solidFill>
                <a:latin typeface="+mn-lt"/>
              </a:rPr>
              <a:t>Test macro F1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TF-IDF + linear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2606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Task 1 polarization</c:v>
                  </c:pt>
                  <c:pt idx="1">
                    <c:v>Task 2 type</c:v>
                  </c:pt>
                  <c:pt idx="2">
                    <c:v>Task 3 manifestation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0.79</c:v>
                </c:pt>
                <c:pt idx="1">
                  <c:v>0.572</c:v>
                </c:pt>
                <c:pt idx="2">
                  <c:v>0.509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Bi-LSTM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2606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Task 1 polarization</c:v>
                  </c:pt>
                  <c:pt idx="1">
                    <c:v>Task 2 type</c:v>
                  </c:pt>
                  <c:pt idx="2">
                    <c:v>Task 3 manifestation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0.759</c:v>
                </c:pt>
                <c:pt idx="1">
                  <c:v>0.522</c:v>
                </c:pt>
                <c:pt idx="2">
                  <c:v>0.482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Transformer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2606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Task 1 polarization</c:v>
                  </c:pt>
                  <c:pt idx="1">
                    <c:v>Task 2 type</c:v>
                  </c:pt>
                  <c:pt idx="2">
                    <c:v>Task 3 manifestation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0.76</c:v>
                </c:pt>
                <c:pt idx="1">
                  <c:v>0.473</c:v>
                </c:pt>
                <c:pt idx="2">
                  <c:v>0.447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XLM-R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2606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Task 1 polarization</c:v>
                  </c:pt>
                  <c:pt idx="1">
                    <c:v>Task 2 type</c:v>
                  </c:pt>
                  <c:pt idx="2">
                    <c:v>Task 3 manifestation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0.77</c:v>
                </c:pt>
                <c:pt idx="1">
                  <c:v>0.56</c:v>
                </c:pt>
                <c:pt idx="2">
                  <c:v>0.481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52606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606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1E5E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6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2606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2606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2606D"/>
                </a:solidFill>
                <a:latin typeface="+mn-lt"/>
              </a:rPr>
              <a:t>Task 1 test macro F1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split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2606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TF-IDF + linear</c:v>
                  </c:pt>
                  <c:pt idx="1">
                    <c:v>Bi-LSTM</c:v>
                  </c:pt>
                  <c:pt idx="2">
                    <c:v>Transformer</c:v>
                  </c:pt>
                  <c:pt idx="3">
                    <c:v>XLM-R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0.79</c:v>
                </c:pt>
                <c:pt idx="1">
                  <c:v>0.759</c:v>
                </c:pt>
                <c:pt idx="2">
                  <c:v>0.76</c:v>
                </c:pt>
                <c:pt idx="3">
                  <c:v>0.77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Unseen contributors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2606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TF-IDF + linear</c:v>
                  </c:pt>
                  <c:pt idx="1">
                    <c:v>Bi-LSTM</c:v>
                  </c:pt>
                  <c:pt idx="2">
                    <c:v>Transformer</c:v>
                  </c:pt>
                  <c:pt idx="3">
                    <c:v>XLM-R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0.602</c:v>
                </c:pt>
                <c:pt idx="1">
                  <c:v>0.662</c:v>
                </c:pt>
                <c:pt idx="2">
                  <c:v>0.629</c:v>
                </c:pt>
                <c:pt idx="3">
                  <c:v>0.658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52606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606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1E5E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6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2606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မင်္ဂလာပါ။ Group 3 ရဲ့ Assignment 7 ပါ။ myPolar data နဲ့ Task 1, 2, 3 ကို traditional ML နဲ့ neural model တွေ နှိုင်းယှဉ်ထားပါတယ်။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သုံးခုပါ။ Task 1 က polarized ဟုတ်/မဟုတ် binary။ Task 2 က type 5 မျိုး၊ Task 3 က manifestation 6 မျိုး၊ နှစ်ခုလုံး multi-label ပါ။ အဓိက တွေ့ရှိချက် သုံးခုကို ညာဘက်မှာ ပြထားပါတယ်။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Assignment-2 က annotator file 25 ခုကို merge လုပ်ပါတယ်။ Raw 12,010 rows၊ merged 11,710။ Exact duplicate 1,000 ဖယ်ပြီး 10,710 ကျန်ပါတယ်။ Manifestation label မပါတဲ့ file တွေကြောင့် Task 3 က 10,116 ပါ။ Polarization 0 ဖြစ်တဲ့ row တွေရဲ့ type / manifestation label ကို 0 ပြန်ထားပါတယ်။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ဆရာပြောထားသလို အဆင့် နှစ်ဆင့် ခွဲထားပါတယ်။ Stage 1 မှာ source link၊ annotator file အားလုံးပါပါတယ်။ Stage 2 က model အတွက် id, text, label ပဲ ပါပါတယ်။ Split က stratified 80/10/10၊ model အားလုံး ဒီ split တစ်ခုတည်း သုံးပါတယ်။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က TF-IDF နဲ့ linear classifier ပါ။ Task 1 မှာ Logistic Regression၊ Task 2, 3 မှာ LinearSVC။ C ကို validation မှာ ရွေးပြီး test ကို တစ်ခါပဲ သုံးပါတယ်။ Majority baseline ထက် အများကြီး သာပါတယ်။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Neural model သုံးခုပါ။ Bi-LSTM နဲ့ Transformer က syllable input၊ from scratch၊ seed 3 ခု။ XLM-R က fine-tuning၊ memory 16 GB ကြောင့် token embedding ကို freeze ထားပြီး 1 run ပဲ လုပ်နိုင်ပါတယ်။ Metric က macro F1၊ best epoch ကို validation မှာ ရွေးပါတယ်။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split မှာ TF-IDF baseline က task သုံးခုလုံး အကောင်းဆုံးပါ။ XLM-R က အနီးဆုံး၊ Task 1 မှာ 0.02၊ Task 2 မှာ 0.01 ကွာပါတယ်။ Transformer from scratch က Task 2, 3 မှာ အနိမ့်ဆုံးပါ။ Task 1 ကနေ Task 3 ကို တဖြည်းဖြည်း ခက်လာပါတယ်။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Polarization rate က contributor အလိုက် 0% ကနေ 99% အထိ ကွာပါတယ်။ Contributor တစ်ယောက်လုံးကို held-out လုပ်ကြည့်တော့ model အားလုံး 0.10 ကနေ 0.19 ကျပါတယ်။ TF-IDF က အများဆုံး ကျပြီး Bi-LSTM နဲ့ XLM-R က ပိုခံနိုင်ပါတယ်။ Random split score ရဲ့ တစ်စိတ်တစ်ပိုင်းက contributor ကို မှတ်မိတာပါ။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Classifier တူတူ၊ input unit ပဲ ပြောင်းကြည့်ပါတယ်။ Word က model နှစ်ခုလုံးမှာ အဆိုးဆုံးပါ။ Contributor အလိုက် segmentation မတူလို့ test word token ရဲ့ 34% က training vocabulary ထဲ မရှိပါဘူး။ TF-IDF က character n-gram နဲ့၊ Bi-LSTM က syllable နဲ့ အကောင်းဆုံးပါ။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1 test set 1,071 ကြောင်းမှာ TF-IDF က 225 မှား၊ Bi-LSTM က 259 မှားပါတယ်။ စာကြောင်းတိုတွေက အခက်ဆုံးပါ။ Unsegmented text မှာ TF-IDF က polarized စာကြောင်းရဲ့ 55% ကို လွတ်ပါတယ်။ Bi-LSTM က syllable ဖတ်တာမို့ segmentation ကို မမှီခိုပါဘူး။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နှစ်ခုက မတူတဲ့ စာကြောင်းတွေမှာ မှားပါတယ်။ နှစ်ခုလုံး မှားတာ 136၊ တစ်ခုပဲ မှန်တာ 212 ပါ။ Ensemble လုပ်ရင် တိုးနိုင်ပါတယ်။ TF-IDF ရဲ့ အားအကောင်းဆုံး feature တွေထဲမှာ ဆဲစကားတွေအပြင် သတင်းစာ style ရဲ့ sentence ending တွေလည်း ပါပါတယ်။ Confident error တချို့က label noise လို့ ထင်ရပါတယ်၊ sample ပဲ ဖတ်ထားတာပါ။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2, 3 မှာ label တိုင်း recall က precision ထက် မြင့်ပါတယ်၊ model က over-predict လုပ်ပါတယ်။ Task 2 မှာ လွတ်သွားတဲ့အခါ တစ်ဝက်လောက်က ဘာ type မှ မခန့်မှန်းပါဘူး။ Task 3 မှာ label အချင်းချင်း ရောပါတယ်၊ dehumanization လွတ်ရင် 64% က vilification လို့ ခန့်မှန်းပါတယ်။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အနှစ်ချုပ်ပါ။ Data နည်းတော့ TF-IDF က အားကောင်းပါတယ်။ ဒါပေမဲ့ random split score က contributor effect ကြောင့် မြင့်နေတာပါ။ Unseen contributor မှာ neural model တွေက ပိုခံနိုင်ပါတယ်။ Explicit label တွေက လွယ်ပြီး implicit label တွေက ခက်ပါတယ်။ 0.01–0.02 ကွာတာက noise အတွင်းမှာပါ။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 တွေက XLM-R ကို 1 run ပဲ လုပ်နိုင်တာ၊ sentence အများစုကို annotator တစ်ယောက်တည်း label လုပ်ထားတာ၊ provenance ကွက်လပ် ရှိတာပါ။ ရှေ့ဆက် annotation guideline ညှိဖို့၊ segmentation တစ်ပုံစံတည်း လုပ်ဖို့၊ XLM-R ကို tuning လုပ်ဖို့၊ ensemble စမ်းဖို့ပါ။ ကျေးဇူးတင်ပါတယ်။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908792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66160"/>
            <a:ext cx="10908792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908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myPolar: Polarization Detection, Type and Manifestation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6616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Traditional ML vs. Bi-LSTM, Transformer and XLM-RoBERTa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Group 3  |  Assignment 7  |  AI Engineering (Fundamental), Batch 2  |  11 Oct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tasks, one dataset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1323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468880"/>
                <a:gridCol w="1554480"/>
                <a:gridCol w="2377440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Task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Question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Labels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Is the sentence polarized?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Binary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polarization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What is it about?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Multi-label (5)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political, racial/ethnic, religious, gender/sexual, other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How is it expressed?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Multi-label (6)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stereotype, vilification, dehumanization, extreme language, lack of empathy, invalidation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229600" y="141732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Main findings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8229600" y="1920240"/>
            <a:ext cx="33192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TF-IDF baseline is best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on the random test split, for all three tasks.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The ranking reverses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when whole contributors are held out.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Syllables and characters beat words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as the input unit.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Preprocessing: from 25 files to one dataset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417320"/>
            <a:ext cx="237744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12,010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94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rows in 25 annotator files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920240"/>
            <a:ext cx="466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483864" y="1417320"/>
            <a:ext cx="237744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66744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11,710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3666744" y="2194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rows in the merged dataset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861304" y="1920240"/>
            <a:ext cx="466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6327648" y="1417320"/>
            <a:ext cx="237744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10528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10,710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6510528" y="2194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sentences after removing duplicates (Task 1, 2)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705088" y="1920240"/>
            <a:ext cx="466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9171432" y="1417320"/>
            <a:ext cx="237744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354312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10,116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9354312" y="2194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sentences with manifestation labels (Task 3)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429000"/>
            <a:ext cx="109087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Duplicates: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1,000 exact duplicate sentences removed; 32 of the duplicated sentences had conflicting polarization labels.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Label cleaning: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type and manifestation labels set to 0 on non-polarized sentences.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Task 3 is smaller: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two contributor files have no manifestation labels.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Class balance: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51% polarized, 49% not polarized.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 format change in two stages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0879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754880"/>
                <a:gridCol w="4782312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Stage 1: full record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Stage 2: model-ready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File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raw-combined.csv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task1_polarization.csv, task2_type.csv, task3_manifestation.csv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Columns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original_id, id, source, text, key_phrase, all labels, annotator_file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id, text, labels of that task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Purpose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Keeps where each sentence came from and who annotated it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Only what a model needs; no annotator or source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Rows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12,010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10,710 / 10,710 / 10,116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" y="47548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Train / validation / test split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521208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Stratified 80 / 10 / 10: 8,568 / 1,071 / 1,071 sentences (Task 3: 8,092 / 1,012 / 1,012).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Every model uses the same split files.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Baseline: TF-IDF with a linear classifier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17320"/>
            <a:ext cx="48463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Features: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TF-IDF of word 1–2-grams, character 2–5-grams, or both.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Classifiers: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Logistic Regression and Linear SVM, balanced class weights.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Multi-label tasks: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one binary classifier per label.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Selection: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 chosen on the validation set; the test set is used once.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943600" y="14173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Best configuration per task (macro F1)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920240"/>
          <a:ext cx="56052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94560"/>
                <a:gridCol w="822960"/>
                <a:gridCol w="822960"/>
                <a:gridCol w="112471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Task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Val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Test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Majority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LogReg, word + char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0.796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0.790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0.339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LinearSVC, char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0.564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0.572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0.000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LinearSVC, char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0.524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0.509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0.000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943600" y="42519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Majority = always predict the most frequent class.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Experimental settings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087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3017520"/>
                <a:gridCol w="2770632"/>
                <a:gridCol w="100584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Architecture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Runs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TF-IDF + linear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Word / char n-grams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LogReg, LinearSVC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 from validation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Bi-LSTM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Syllables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 layers, embedding 200, hidden 128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lr 1e-3, batch 64, up to 25 epochs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 seeds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Transformer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Syllables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 layers, d = 192, 4 heads, from scratch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lr 5e-4, batch 64, up to 30 epochs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 seeds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XLM-RoBERTa base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Subwords, spaces removed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Pre-trained, token embeddings frozen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lr 2e-5, batch 16, 4 epochs, 128 tokens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" y="4617720"/>
            <a:ext cx="10908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Metric: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macro F1 (Task 1 over the two classes, Tasks 2 and 3 over the labels).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Model selection: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epoch with the best validation macro F1, early stopping.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Class imbalance: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positive classes up-weighted in the loss.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Hardware: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Apple M4, 16 GB, PyTorch MPS.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Results: the baseline is not beaten on the random split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17320"/>
          <a:ext cx="72237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138160" y="1508760"/>
            <a:ext cx="341071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TF-IDF leads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on all three tasks.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XLM-R is closest: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0.02 behind on Task 1, 0.01 on Task 2.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Transformer from scratch is weakest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on Tasks 2 and 3; 8,500 sentences are too few.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Tasks get harder: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0.79, then 0.57, then 0.51.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8138160" y="5669280"/>
            <a:ext cx="3410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Bi-LSTM and Transformer: mean of 3 seeds. Baseline and XLM-R: one run.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Unseen contributors: every model drops, the ranking reverses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17320"/>
          <a:ext cx="72237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138160" y="1508760"/>
            <a:ext cx="341071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Why: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the polarization rate per contributor ranges from 0% to 99%.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All models drop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by 0.10 to 0.19.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TF-IDF drops most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(0.790 to 0.602).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Bi-LSTM and XLM-R hold up best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(about 0.66).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8138160" y="5669280"/>
            <a:ext cx="3410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split, one seed: an indication, not a precise estimate.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Error analysis: word, syllable or character?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08792" cy="914400"/>
        </p:xfrm>
        <a:graphic>
          <a:graphicData uri="http://schemas.openxmlformats.org/drawingml/2006/table">
            <a:tbl>
              <a:tblPr/>
              <a:tblGrid>
                <a:gridCol w="2679192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Input unit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TF-IDF T1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TF-IDF T2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TF-IDF T3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Bi-LSTM T1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Bi-LSTM T2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Bi-LSTM T3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Word (whitespace)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0.751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0.410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0.438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0.728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0.389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0.425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Syllable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0.785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0.549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0.475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0.758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0.534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0.477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Character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0.782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0.572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0.509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0.729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0.470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0.436</a:t>
                      </a:r>
                      <a:endParaRPr lang="en-US" sz="17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" y="37033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Test macro F1, one run each (seed 42). Best per column in bold.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4251960"/>
            <a:ext cx="109087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Words are the worst unit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for both models, by up to 0.16 on Task 2.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Reason: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contributors segmented differently. 34% of test word tokens are unknown to the training vocabulary, against 0.8% of syllables.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TF-IDF is best with characters,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the Bi-LSTM with syllables (character sequences are about 3 times longer).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Error analysis, Task 1: where the errors are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6309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1554480"/>
                <a:gridCol w="15544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Group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TF-IDF acc.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Bi-LSTM acc.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1–15 syllables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148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0.736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0.682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16–30 syllables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345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0.757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0.762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31–60 syllables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390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0.821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0.782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61+ syllables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188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0.830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0.761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Word-segmented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504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0.829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0.752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Phrase-segmented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434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0.772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0.779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Unsegmented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133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0.699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0.714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315200" y="141732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Errors: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TF-IDF 225 of 1,071 (108 false positives, 117 false negatives); Bi-LSTM 259.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Short sentences are hardest.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Up to 30 syllables, one in three non-polarized sentences is flagged.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TF-IDF depends on segmentation: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it misses 55% of polarized sentences in unsegmented text.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The Bi-LSTM does not: 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accuracy stays between 0.71 and 0.78.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Error analysis, Task 1: what the models learned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417320"/>
            <a:ext cx="338328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270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136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sentences both models get wrong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402836" y="1417320"/>
            <a:ext cx="338328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85716" y="15270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212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4585716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sentences only one model gets right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165592" y="1417320"/>
            <a:ext cx="338328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48472" y="15270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0.873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8348472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accuracy if the right model could always be picked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200400"/>
            <a:ext cx="109087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Different errors: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TF-IDF and the Bi-LSTM fail on different sentences, so an ensemble has room to improve.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Style, not only content: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the strongest polarized n-grams are insults and violent words; the strongest non-polarized ones are formal sentence endings and punctuation.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Contributor gap: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accuracy per contributor ranges from 0.50 to 0.98.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Unlabelled cases: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polarized sentences without a type or manifestation label are found only about half the time.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Possible label noise: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some confident errors are open insults labelled non-polarized (sample read only).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Error analysis, Tasks 2 and 3: per-label errors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5852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Label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Precision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Recall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F1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political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0.64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0.76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0.69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racial/ethnic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0.52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0.66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0.58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religious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0.46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0.54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0.49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gender/sexual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0.52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0.72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0.60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other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0.39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0.65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0.49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stereotype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0.40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0.58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0.47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vilification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0.60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0.70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0.65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dehumanization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0.44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0.52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0.48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extreme language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0.48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0.63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0.54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lack of empathy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0.41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0.55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0.47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invalidation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0.39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0.52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0.45</a:t>
                      </a:r>
                      <a:endParaRPr lang="en-US" sz="15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" y="58978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TF-IDF baseline, test set.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6949440" y="1417320"/>
            <a:ext cx="45994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Over-prediction: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recall is above precision for every label. "other" is predicted 263 times for 157 true cases.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Task 2 misses are silent: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about half the time no type is predicted. Missed "religious" becomes "political" in 56% of cases.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Task 3 labels are mixed up: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missed "dehumanization" is predicted as "vilification" in 64% of cases.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Exact match: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0.57 on Task 2, 0.47 on Task 3.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Discussion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17320"/>
            <a:ext cx="1090879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Small data favours TF-IDF. </a:t>
            </a:r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With about 8,500 training sentences, a simple linear model matches or beats the neural models on a random split.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Random-split scores are optimistic. </a:t>
            </a:r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Part of the score is recognising a contributor's source and style.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Neural models generalise better to new contributors, </a:t>
            </a:r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the Bi-LSTM and XLM-R most.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The input unit matters. </a:t>
            </a:r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Inconsistent word segmentation makes whitespace words unreliable; syllables and characters avoid the problem.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Explicit labels are easier than implicit ones. </a:t>
            </a:r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"political" and "vilification" reach 0.65 to 0.69; "stereotype", "lack of empathy" and "invalidation" stay below 0.47.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Small gaps are noise. </a:t>
            </a:r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Test sets have about 1,000 sentences; differences of 0.01 to 0.02 are not reliable.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Limitations and next steps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1732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920240"/>
            <a:ext cx="518007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XLM-R: one run per task, no tuning, token embeddings frozen.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Error analysis covers TF-IDF and the Bi-LSTM only.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Almost every sentence has a single annotator.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Some rows cannot be traced back to a source or annotator.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342 polarized sentences have no type; 568 have no manifestation.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368796" y="141732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Next steps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368796" y="1920240"/>
            <a:ext cx="518007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Agree on one annotation guideline and re-check the noisy labels.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Apply one segmentation to all text.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Tune XLM-R with several seeds and full fine-tuning.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Try an ensemble of TF-IDF and a neural model.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Report contributor-held-out scores as the main result.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Polar Plain">
  <a:themeElements>
    <a:clrScheme name="myPolar Plain">
      <a:dk1>
        <a:srgbClr val="1F2933"/>
      </a:dk1>
      <a:lt1>
        <a:srgbClr val="FFFFFF"/>
      </a:lt1>
      <a:dk2>
        <a:srgbClr val="52606D"/>
      </a:dk2>
      <a:lt2>
        <a:srgbClr val="F1F3F5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myPolar Pla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myPolar: Traditional ML vs. Neural Models</dc:title>
  <dc:subject>PptxGenJS Presentation</dc:subject>
  <dc:creator>Group 3</dc:creator>
  <cp:lastModifiedBy>Group 3</cp:lastModifiedBy>
  <cp:revision>1</cp:revision>
  <dcterms:created xsi:type="dcterms:W3CDTF">2026-10-11T04:42:22Z</dcterms:created>
  <dcterms:modified xsi:type="dcterms:W3CDTF">2026-10-11T04:42:22Z</dcterms:modified>
</cp:coreProperties>
</file>